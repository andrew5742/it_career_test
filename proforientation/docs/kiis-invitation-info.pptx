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550" r:id="rId2"/>
    <p:sldId id="581" r:id="rId3"/>
    <p:sldId id="584" r:id="rId4"/>
    <p:sldId id="541" r:id="rId5"/>
    <p:sldId id="578" r:id="rId6"/>
    <p:sldId id="585" r:id="rId7"/>
    <p:sldId id="586" r:id="rId8"/>
    <p:sldId id="568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 Classic Bold" panose="020B0604020202020204" pitchFamily="34" charset="0"/>
      <p:regular r:id="rId15"/>
    </p:embeddedFont>
    <p:embeddedFont>
      <p:font typeface="Mulish" pitchFamily="2" charset="77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Light" panose="020F0302020204030204" pitchFamily="34" charset="0"/>
      <p:regular r:id="rId24"/>
      <p:italic r:id="rId25"/>
    </p:embeddedFont>
    <p:embeddedFont>
      <p:font typeface="Roboto Medium" panose="020F0502020204030204" pitchFamily="34" charset="0"/>
      <p:regular r:id="rId26"/>
      <p:italic r:id="rId27"/>
    </p:embeddedFont>
  </p:embeddedFontLst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9500"/>
    <a:srgbClr val="DEB864"/>
    <a:srgbClr val="002080"/>
    <a:srgbClr val="FFB258"/>
    <a:srgbClr val="FFE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Помірний стиль 1 –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Помірний стиль 2 –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2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0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355C5-44CA-498E-8975-FB48A27FF6C8}" type="datetimeFigureOut">
              <a:rPr lang="uk-UA" smtClean="0"/>
              <a:t>25.02.26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10470-4BE8-4C9D-B8C2-204DC4C1674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203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6BFCE-2293-4CD0-AE13-870134D8C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7329" y="2686624"/>
            <a:ext cx="6086168" cy="2632627"/>
          </a:xfrm>
        </p:spPr>
        <p:txBody>
          <a:bodyPr anchor="ctr" anchorCtr="0">
            <a:normAutofit/>
          </a:bodyPr>
          <a:lstStyle>
            <a:lvl1pPr algn="ctr">
              <a:defRPr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sh" pitchFamily="2" charset="-52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E47FDA9-9C6B-45FF-9DC9-FF0693B54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8688" y="5548137"/>
            <a:ext cx="6690208" cy="66051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/>
                </a:solidFill>
                <a:latin typeface="Mulish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uk-UA" dirty="0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9A6AA4BF-8857-4842-A37D-E0F9A55C39DA}"/>
              </a:ext>
            </a:extLst>
          </p:cNvPr>
          <p:cNvSpPr/>
          <p:nvPr userDrawn="1"/>
        </p:nvSpPr>
        <p:spPr>
          <a:xfrm>
            <a:off x="0" y="6356350"/>
            <a:ext cx="12192000" cy="365125"/>
          </a:xfrm>
          <a:prstGeom prst="rect">
            <a:avLst/>
          </a:prstGeom>
          <a:solidFill>
            <a:srgbClr val="00208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latin typeface="Mulish" pitchFamily="2" charset="-52"/>
            </a:endParaRPr>
          </a:p>
        </p:txBody>
      </p:sp>
      <p:sp>
        <p:nvSpPr>
          <p:cNvPr id="16" name="Місце для дати 3">
            <a:extLst>
              <a:ext uri="{FF2B5EF4-FFF2-40B4-BE49-F238E27FC236}">
                <a16:creationId xmlns:a16="http://schemas.microsoft.com/office/drawing/2014/main" id="{59E58828-8759-456A-9C24-4CED5F488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583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Mulish" pitchFamily="2" charset="-52"/>
              </a:defRPr>
            </a:lvl1pPr>
          </a:lstStyle>
          <a:p>
            <a:fld id="{9C405653-DBDF-43DC-A85B-3FF2B1F3E072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18" name="Місце для номера слайда 5">
            <a:extLst>
              <a:ext uri="{FF2B5EF4-FFF2-40B4-BE49-F238E27FC236}">
                <a16:creationId xmlns:a16="http://schemas.microsoft.com/office/drawing/2014/main" id="{5C68E1AA-CB4C-49C7-8933-53B7B48D0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BB46492-3E1E-4CBF-9B85-0EDB843B0C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018503" cy="635635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4205A78-C6E2-495C-9AFC-6D59762809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3497" y="1"/>
            <a:ext cx="3018503" cy="635635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6415BE0-3860-4897-B64D-ACDC99452C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733" y="317399"/>
            <a:ext cx="2702769" cy="236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1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9FD4A5E9-5DD6-48CE-BF24-3E0B9DE0903D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0F4CCCF5-F991-4516-ABD8-0EB7AA0399B0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1C4F3-6D7F-4C0E-A4E0-5CAEABC6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90" y="856224"/>
            <a:ext cx="11710219" cy="609600"/>
          </a:xfrm>
        </p:spPr>
        <p:txBody>
          <a:bodyPr/>
          <a:lstStyle>
            <a:lvl1pPr algn="l">
              <a:defRPr sz="3200" b="1">
                <a:solidFill>
                  <a:schemeClr val="accent4"/>
                </a:solidFill>
                <a:latin typeface="Mulish" pitchFamily="2" charset="-52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336BCC-F94E-4BA7-8960-3036D6AA2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89" y="1664811"/>
            <a:ext cx="10854813" cy="40280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F79F5-5F33-4715-81D8-9D54EB8DEA52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6F5823-22DA-496C-8510-4E170EEB9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88586-57B9-49AB-86DB-2645521C7F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sp>
        <p:nvSpPr>
          <p:cNvPr id="15" name="Місце для дати 3">
            <a:extLst>
              <a:ext uri="{FF2B5EF4-FFF2-40B4-BE49-F238E27FC236}">
                <a16:creationId xmlns:a16="http://schemas.microsoft.com/office/drawing/2014/main" id="{DCE6F50A-6FB3-4614-A583-2B30E226F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1F6636AC-7920-42F4-84CD-4C4A1AC7F772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17" name="Місце для номера слайда 5">
            <a:extLst>
              <a:ext uri="{FF2B5EF4-FFF2-40B4-BE49-F238E27FC236}">
                <a16:creationId xmlns:a16="http://schemas.microsoft.com/office/drawing/2014/main" id="{00005BFD-FE5E-4EA7-A8DC-AE3F3E98F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3266C4E-E558-4E39-AC1E-C1DBE5E486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AFDDD5A-6D35-4D8B-A36D-4669BDB9D9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0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7E529-BBB4-441A-A1DD-53865AE89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1513475"/>
            <a:ext cx="10306050" cy="2195883"/>
          </a:xfrm>
        </p:spPr>
        <p:txBody>
          <a:bodyPr anchor="b"/>
          <a:lstStyle>
            <a:lvl1pPr>
              <a:defRPr sz="6000" b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564FA67-07ED-4F98-BBE0-BAD38F86E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4397964"/>
            <a:ext cx="10306050" cy="111324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9666E21F-31E2-4149-BED8-2266293AD4AD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Місце для дати 3">
            <a:extLst>
              <a:ext uri="{FF2B5EF4-FFF2-40B4-BE49-F238E27FC236}">
                <a16:creationId xmlns:a16="http://schemas.microsoft.com/office/drawing/2014/main" id="{09AF6A53-7048-479C-A5DD-11C419DC2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BA17E80E-7752-4FEB-8E5B-DEA862E8B2D0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24" name="Місце для номера слайда 5">
            <a:extLst>
              <a:ext uri="{FF2B5EF4-FFF2-40B4-BE49-F238E27FC236}">
                <a16:creationId xmlns:a16="http://schemas.microsoft.com/office/drawing/2014/main" id="{8B987A5F-724E-411D-B7F6-FBF59498D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5155FFF-70C1-4217-B780-AFD4972C51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25B7AEC3-E9ED-4CCD-80DE-7FA5859A02D5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C5B1E3-9E8D-401B-AE03-66915FF2E41D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9CAC581-165D-4036-A0B3-062FE2B334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070A8995-5564-4CFD-9AE3-B94EB057F0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A20633A-1A33-4E2C-BA82-CCFC86F87B6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9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E9D93-5984-408F-BD9E-9725C5EC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44" y="934015"/>
            <a:ext cx="11592232" cy="676657"/>
          </a:xfrm>
        </p:spPr>
        <p:txBody>
          <a:bodyPr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70BE35-9075-4867-9ACC-C49AD7D96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2200" y="1752546"/>
            <a:ext cx="5181600" cy="40295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1A9E383-C670-4DE8-82F6-9F92AFE03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6200" y="1752546"/>
            <a:ext cx="5181600" cy="4029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6A432D4F-3A92-4DA4-8217-7AF9A6025BBF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Місце для дати 3">
            <a:extLst>
              <a:ext uri="{FF2B5EF4-FFF2-40B4-BE49-F238E27FC236}">
                <a16:creationId xmlns:a16="http://schemas.microsoft.com/office/drawing/2014/main" id="{CEE79799-4F25-472E-A5D5-D9D80461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5F075C89-0F36-4719-9BE1-2F04AE0C6884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25" name="Місце для номера слайда 5">
            <a:extLst>
              <a:ext uri="{FF2B5EF4-FFF2-40B4-BE49-F238E27FC236}">
                <a16:creationId xmlns:a16="http://schemas.microsoft.com/office/drawing/2014/main" id="{C7DF1924-F736-4C82-A251-A6711C7F1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5F0C9C8-E516-40CE-B554-B9CD789B4E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C7EED8E2-D6EA-4EBC-AE62-84D5FFBAA38F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4AFBA-0851-4213-9775-12E6775776C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5654751-9D42-4DC7-A865-14FCAB65C0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E74A651-98A6-4315-8D64-043BEFE4B7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ADE3497-E6B8-48DE-B0BB-CD4EB429DD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3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C094A-F498-4978-9670-1203D98D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9" y="947687"/>
            <a:ext cx="11680722" cy="462423"/>
          </a:xfrm>
        </p:spPr>
        <p:txBody>
          <a:bodyPr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760382A-B028-42D4-A12F-B190338C3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762" y="1681163"/>
            <a:ext cx="5732513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F5DC4EA-9DB9-4F0B-9ADB-1DD8C21F3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762" y="2505075"/>
            <a:ext cx="5732514" cy="32074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8BE15E3-7E7C-43F3-B9D0-19CB1E115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9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45516F9-A2C5-42C3-B179-9A956CD7D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900" y="2505075"/>
            <a:ext cx="5183188" cy="32074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A7867957-07CE-4191-A475-8BD049FAD6CE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Місце для дати 3">
            <a:extLst>
              <a:ext uri="{FF2B5EF4-FFF2-40B4-BE49-F238E27FC236}">
                <a16:creationId xmlns:a16="http://schemas.microsoft.com/office/drawing/2014/main" id="{6732C89F-7861-4781-8C49-AE025DCD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D7F0031C-F4D4-4685-A494-12B0AF970CA8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23" name="Місце для номера слайда 5">
            <a:extLst>
              <a:ext uri="{FF2B5EF4-FFF2-40B4-BE49-F238E27FC236}">
                <a16:creationId xmlns:a16="http://schemas.microsoft.com/office/drawing/2014/main" id="{A845BFD5-2007-40B2-BDF8-E63005B5C1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1D49B82-C422-4BD3-B6E3-5F75DBB116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97FBAB7F-F7F5-487A-B1DD-A1A75B9FF26D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F0A8A6-E473-460C-AF47-426DF4472701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6D51CBE-0085-4A32-BE1E-ECBB93CC07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804544A-77C6-4387-8E23-2FA7908972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88CA81B-9C9A-4A66-8A67-98A36767A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6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38D06-C6F9-4052-87ED-6A2BDFCD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44" y="904794"/>
            <a:ext cx="11592232" cy="676657"/>
          </a:xfrm>
        </p:spPr>
        <p:txBody>
          <a:bodyPr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60B8D2F3-61FE-4D3F-86FD-6255031E7A14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Місце для дати 3">
            <a:extLst>
              <a:ext uri="{FF2B5EF4-FFF2-40B4-BE49-F238E27FC236}">
                <a16:creationId xmlns:a16="http://schemas.microsoft.com/office/drawing/2014/main" id="{350F13FD-079E-4AF8-9313-4BEEC7F17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82937C1C-4A6F-4194-812B-D50DB4FE6FF7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19" name="Місце для номера слайда 5">
            <a:extLst>
              <a:ext uri="{FF2B5EF4-FFF2-40B4-BE49-F238E27FC236}">
                <a16:creationId xmlns:a16="http://schemas.microsoft.com/office/drawing/2014/main" id="{225248C3-DE13-4F0B-B208-536BC965A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ABE3092-5FC8-4A5E-AD89-7F8BB9A18F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84476B5B-B9F4-423A-A2E9-369BD79F6253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2A919-6B26-49FB-867D-E4AC02D1688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8472350-9303-458C-B862-5663C40E7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FC12854-3A29-44E5-ADB7-5375FF52D5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34B5A60-06A8-4D4F-8CCE-405FB4D570D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7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862DB779-9C8A-47B0-8DAF-59171B911D3A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Місце для дати 3">
            <a:extLst>
              <a:ext uri="{FF2B5EF4-FFF2-40B4-BE49-F238E27FC236}">
                <a16:creationId xmlns:a16="http://schemas.microsoft.com/office/drawing/2014/main" id="{DBB54FF9-2F93-424B-BC62-EA88D6E5C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9ECD22C9-8D9B-4240-A1E7-CD8B1D7B34D6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18" name="Місце для номера слайда 5">
            <a:extLst>
              <a:ext uri="{FF2B5EF4-FFF2-40B4-BE49-F238E27FC236}">
                <a16:creationId xmlns:a16="http://schemas.microsoft.com/office/drawing/2014/main" id="{FF33F325-5924-4019-81BD-DF314C706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F684F1B-F3B2-49A8-A18E-148441F5EE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B2134EDF-C999-4457-97B0-F3593C03EB9F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541CF-27CD-458F-9ABA-D78696AEB2B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06B58F-A91A-4FC2-9290-0831EF51E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0F41A3D-7741-40CF-8417-3D9B1176DD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F275CB6-08A6-4E8A-A376-7FE73DB8B1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2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7EC96-D74C-4A43-A3E0-E0BF42BE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6" y="1311215"/>
            <a:ext cx="4142760" cy="1625183"/>
          </a:xfrm>
        </p:spPr>
        <p:txBody>
          <a:bodyPr anchor="b"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D9C2C40-59FE-4831-A55D-D27FC70D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1215"/>
            <a:ext cx="6172200" cy="440132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DE40A52-7250-46FD-B790-01B992EA9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266" y="3071004"/>
            <a:ext cx="4142760" cy="264153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70A5DBED-9918-476C-BD5F-3F6EA7C32121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Місце для дати 3">
            <a:extLst>
              <a:ext uri="{FF2B5EF4-FFF2-40B4-BE49-F238E27FC236}">
                <a16:creationId xmlns:a16="http://schemas.microsoft.com/office/drawing/2014/main" id="{351285F0-3263-4B85-ACA3-7EDD1231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2CD63D94-72F7-4F13-BD4F-9C4BC9331757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21" name="Місце для номера слайда 5">
            <a:extLst>
              <a:ext uri="{FF2B5EF4-FFF2-40B4-BE49-F238E27FC236}">
                <a16:creationId xmlns:a16="http://schemas.microsoft.com/office/drawing/2014/main" id="{3D690501-52AB-4883-BD4B-CFF052EC7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8C75ACE-4048-426F-A28F-852FE8C7EE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2D8DBB16-4218-4ABD-9272-69A99BD8E39E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6A0C0-B8BE-4C72-8DC5-3EC7E18300EB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E70FF0D-60B6-4807-94B2-54E4DAAC95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C6EBB11-9601-4873-9382-61B7994E0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AE35D5C-673B-478F-9D5A-38C06AF8B8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8437A-F06D-4963-AB3E-98CBF36F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7" y="1146445"/>
            <a:ext cx="4142759" cy="1325563"/>
          </a:xfrm>
        </p:spPr>
        <p:txBody>
          <a:bodyPr anchor="b"/>
          <a:lstStyle>
            <a:lvl1pPr>
              <a:defRPr sz="32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DF1D007-3D50-4906-AA4A-C30EDE50B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4561" y="1146445"/>
            <a:ext cx="6172200" cy="412448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C1865B-455B-4CC7-AB12-CFE6DDF9D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266" y="2840885"/>
            <a:ext cx="4142760" cy="287165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19437A0F-1B2D-4A9E-A3F0-237B817F3F11}"/>
              </a:ext>
            </a:extLst>
          </p:cNvPr>
          <p:cNvSpPr/>
          <p:nvPr userDrawn="1"/>
        </p:nvSpPr>
        <p:spPr>
          <a:xfrm>
            <a:off x="0" y="6356349"/>
            <a:ext cx="12192000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Місце для дати 3">
            <a:extLst>
              <a:ext uri="{FF2B5EF4-FFF2-40B4-BE49-F238E27FC236}">
                <a16:creationId xmlns:a16="http://schemas.microsoft.com/office/drawing/2014/main" id="{FBA8D14C-AFFD-4536-815F-56A9D9E86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783" y="64350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5A1707F5-79AC-43DC-84EC-6839CEA4427D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21" name="Місце для номера слайда 5">
            <a:extLst>
              <a:ext uri="{FF2B5EF4-FFF2-40B4-BE49-F238E27FC236}">
                <a16:creationId xmlns:a16="http://schemas.microsoft.com/office/drawing/2014/main" id="{2F70E3F3-C0A8-4430-86F4-9BDC66675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4058" y="64350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B1F296C-87A6-4A5B-A3A1-01C68CC07B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91" y="6351339"/>
            <a:ext cx="4864618" cy="496825"/>
          </a:xfrm>
          <a:prstGeom prst="rect">
            <a:avLst/>
          </a:prstGeom>
        </p:spPr>
      </p:pic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C9BF71C2-B4A8-4DAC-ACA7-32261396B622}"/>
              </a:ext>
            </a:extLst>
          </p:cNvPr>
          <p:cNvSpPr/>
          <p:nvPr userDrawn="1"/>
        </p:nvSpPr>
        <p:spPr>
          <a:xfrm>
            <a:off x="0" y="0"/>
            <a:ext cx="12192000" cy="777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E1F9B-F9F2-4032-B69F-EEC6F6713945}"/>
              </a:ext>
            </a:extLst>
          </p:cNvPr>
          <p:cNvSpPr txBox="1"/>
          <p:nvPr userDrawn="1"/>
        </p:nvSpPr>
        <p:spPr>
          <a:xfrm>
            <a:off x="845389" y="201679"/>
            <a:ext cx="530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D4DB0B1-CC91-4464-9D52-C98A4AB7DF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50" y="69575"/>
            <a:ext cx="707739" cy="63354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39BA357-886C-4371-A0D7-E12D9F2607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9992" y="9832"/>
            <a:ext cx="2332008" cy="76773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70A4874-54C7-471B-8606-7FB9EFC89B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510" y="9832"/>
            <a:ext cx="2332008" cy="7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6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0D1489-C874-4AD3-ADC3-9AC8363E9A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193010" y="1879600"/>
            <a:ext cx="1270133" cy="113664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72C0F-16E2-40B4-BD59-DD8BC686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238511" y="2873477"/>
            <a:ext cx="4478775" cy="1111045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2085A4A-55FE-480E-B33A-C41F1AA11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90600" y="1189704"/>
            <a:ext cx="8733503" cy="447877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2F6F5E3C-A1DA-463B-8695-68563E78A4D1}"/>
              </a:ext>
            </a:extLst>
          </p:cNvPr>
          <p:cNvSpPr/>
          <p:nvPr userDrawn="1"/>
        </p:nvSpPr>
        <p:spPr>
          <a:xfrm rot="5400000">
            <a:off x="-3192197" y="3168507"/>
            <a:ext cx="6858001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A44F0E19-936E-41A1-9C4B-5E9086A8FE99}"/>
              </a:ext>
            </a:extLst>
          </p:cNvPr>
          <p:cNvSpPr/>
          <p:nvPr userDrawn="1"/>
        </p:nvSpPr>
        <p:spPr>
          <a:xfrm rot="5400000">
            <a:off x="8273181" y="2958517"/>
            <a:ext cx="6877333" cy="960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1F53E8-B180-43E5-9153-3581BA74217F}"/>
              </a:ext>
            </a:extLst>
          </p:cNvPr>
          <p:cNvSpPr txBox="1"/>
          <p:nvPr userDrawn="1"/>
        </p:nvSpPr>
        <p:spPr>
          <a:xfrm rot="5400000">
            <a:off x="9974825" y="2525628"/>
            <a:ext cx="3608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7F2BF67-9752-4744-A36F-6CBAF0FC17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77064" y="112639"/>
            <a:ext cx="869567" cy="77840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985C005-E25A-414C-BBCB-BE5D06F9AE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253376" y="4938712"/>
            <a:ext cx="2916942" cy="960306"/>
          </a:xfrm>
          <a:prstGeom prst="rect">
            <a:avLst/>
          </a:prstGeom>
        </p:spPr>
      </p:pic>
      <p:sp>
        <p:nvSpPr>
          <p:cNvPr id="21" name="Місце для дати 3">
            <a:extLst>
              <a:ext uri="{FF2B5EF4-FFF2-40B4-BE49-F238E27FC236}">
                <a16:creationId xmlns:a16="http://schemas.microsoft.com/office/drawing/2014/main" id="{96041870-8C2D-4A2A-A095-CF35CA039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134796" y="34558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79DA38D2-5630-45FB-9D3D-30033C79F3A5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22" name="Місце для номера слайда 5">
            <a:extLst>
              <a:ext uri="{FF2B5EF4-FFF2-40B4-BE49-F238E27FC236}">
                <a16:creationId xmlns:a16="http://schemas.microsoft.com/office/drawing/2014/main" id="{EF26E19F-FD17-453D-835B-751BABF67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-575966" y="5687706"/>
            <a:ext cx="163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334327A-A84D-4A43-8DFD-D7CFE38F049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178448" y="2183894"/>
            <a:ext cx="4864618" cy="49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5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F4C8F37-CA69-4EF2-A52E-C466E3D26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39800"/>
            <a:ext cx="2021768" cy="4802240"/>
          </a:xfrm>
        </p:spPr>
        <p:txBody>
          <a:bodyPr vert="eaVert"/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8FF0F7C-7152-40A8-8459-E3BD20B6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4100" y="939799"/>
            <a:ext cx="7518400" cy="4802240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uk-UA" dirty="0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A95F70DB-5021-4902-9BA3-36A23D63AB39}"/>
              </a:ext>
            </a:extLst>
          </p:cNvPr>
          <p:cNvSpPr/>
          <p:nvPr userDrawn="1"/>
        </p:nvSpPr>
        <p:spPr>
          <a:xfrm rot="5400000">
            <a:off x="-3192197" y="3168507"/>
            <a:ext cx="6858001" cy="52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D85D18A2-FD33-4576-AC47-D8FCBF4457F2}"/>
              </a:ext>
            </a:extLst>
          </p:cNvPr>
          <p:cNvSpPr/>
          <p:nvPr userDrawn="1"/>
        </p:nvSpPr>
        <p:spPr>
          <a:xfrm rot="5400000">
            <a:off x="8273181" y="2958517"/>
            <a:ext cx="6877333" cy="960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316BD-9955-41C8-A8A5-E01191B92296}"/>
              </a:ext>
            </a:extLst>
          </p:cNvPr>
          <p:cNvSpPr txBox="1"/>
          <p:nvPr userDrawn="1"/>
        </p:nvSpPr>
        <p:spPr>
          <a:xfrm rot="5400000">
            <a:off x="9974825" y="2525628"/>
            <a:ext cx="3608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rgbClr val="002080"/>
                </a:solidFill>
                <a:latin typeface="Mulish" pitchFamily="2" charset="-52"/>
              </a:rPr>
              <a:t>Хмельницький національний університет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4489323-F532-4B31-AB29-9A04869F90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277064" y="112639"/>
            <a:ext cx="869567" cy="77840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2AB7722-11A9-49B4-8BD0-151845F991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253376" y="4938712"/>
            <a:ext cx="2916942" cy="960306"/>
          </a:xfrm>
          <a:prstGeom prst="rect">
            <a:avLst/>
          </a:prstGeom>
        </p:spPr>
      </p:pic>
      <p:sp>
        <p:nvSpPr>
          <p:cNvPr id="22" name="Місце для дати 3">
            <a:extLst>
              <a:ext uri="{FF2B5EF4-FFF2-40B4-BE49-F238E27FC236}">
                <a16:creationId xmlns:a16="http://schemas.microsoft.com/office/drawing/2014/main" id="{7EB34E9F-38EB-43E5-98B4-A3C3F3BB4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134796" y="34558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3EB483E0-E79F-4D00-B083-74281460D31E}" type="datetime1">
              <a:rPr lang="uk-UA" smtClean="0"/>
              <a:t>25.02.26</a:t>
            </a:fld>
            <a:endParaRPr lang="uk-UA" dirty="0"/>
          </a:p>
        </p:txBody>
      </p:sp>
      <p:sp>
        <p:nvSpPr>
          <p:cNvPr id="23" name="Місце для номера слайда 5">
            <a:extLst>
              <a:ext uri="{FF2B5EF4-FFF2-40B4-BE49-F238E27FC236}">
                <a16:creationId xmlns:a16="http://schemas.microsoft.com/office/drawing/2014/main" id="{73EC7E18-0CC4-42D1-99A3-1E2C4A864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-575966" y="5687706"/>
            <a:ext cx="163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80"/>
                </a:solidFill>
                <a:latin typeface="Mulish" pitchFamily="2" charset="-52"/>
              </a:defRPr>
            </a:lvl1pPr>
          </a:lstStyle>
          <a:p>
            <a:fld id="{46DE21FD-FC5C-42FC-8E5B-F1B778786156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68DA870-A1A3-4275-9A6C-8DE1773025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178448" y="2183894"/>
            <a:ext cx="4864618" cy="49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4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4956E4F-7141-4A79-8BD8-11A45304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1075890"/>
            <a:ext cx="11592232" cy="6766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uk-UA" dirty="0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68458E5-C5C5-459D-980E-A9D49C5B9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0272" y="1956619"/>
            <a:ext cx="11198942" cy="3632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dirty="0"/>
              <a:t>Відредагуйте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29279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Mulish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Mulish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ulish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Mulish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ulish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ulish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AA838-B47C-4CAE-B1BD-885071505D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EEBFF5C-B62D-4763-B90D-266CF6717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A0F7A4-DDB6-4476-8202-09FA4CF23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93" y="-36518"/>
            <a:ext cx="12218665" cy="6894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E84380-B9E6-457C-B9C7-FB046BD724CE}"/>
              </a:ext>
            </a:extLst>
          </p:cNvPr>
          <p:cNvSpPr txBox="1"/>
          <p:nvPr/>
        </p:nvSpPr>
        <p:spPr>
          <a:xfrm>
            <a:off x="5563299" y="2813084"/>
            <a:ext cx="6094602" cy="2281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uk-UA" sz="44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  <a:p>
            <a:pPr algn="ctr">
              <a:lnSpc>
                <a:spcPct val="110000"/>
              </a:lnSpc>
            </a:pPr>
            <a:r>
              <a:rPr lang="uk-UA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Запрошуємо на навчання!</a:t>
            </a:r>
            <a:endParaRPr lang="uk-UA" sz="4400" b="1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67A60A5C-A87F-4957-AA8F-78A727240327}"/>
              </a:ext>
            </a:extLst>
          </p:cNvPr>
          <p:cNvSpPr/>
          <p:nvPr/>
        </p:nvSpPr>
        <p:spPr>
          <a:xfrm>
            <a:off x="3971924" y="-13460"/>
            <a:ext cx="5190211" cy="1059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pic>
        <p:nvPicPr>
          <p:cNvPr id="28" name="Графіка 27">
            <a:extLst>
              <a:ext uri="{FF2B5EF4-FFF2-40B4-BE49-F238E27FC236}">
                <a16:creationId xmlns:a16="http://schemas.microsoft.com/office/drawing/2014/main" id="{3C32249C-6B4C-4EE0-9C8C-85E6C34F9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6735" y="254687"/>
            <a:ext cx="1427923" cy="467768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45F97C6-0698-4CD7-A78B-78562035F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850" y="19050"/>
            <a:ext cx="1123950" cy="93331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1C755FF-0F48-48E1-AEA7-2A5B3C12A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593" y="-9525"/>
            <a:ext cx="5210902" cy="106694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712B09C-589B-4BE8-8FB2-0A29C34EF4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" y="5767243"/>
            <a:ext cx="5251451" cy="109075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DEBE64F-771D-4109-B902-11C64AB5EA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176" y="-34925"/>
            <a:ext cx="5199310" cy="1090756"/>
          </a:xfrm>
          <a:prstGeom prst="rect">
            <a:avLst/>
          </a:prstGeom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E206783-8CDD-F236-4563-0106FD0D1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1</a:t>
            </a:fld>
            <a:endParaRPr lang="uk-UA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0CD322E-CDC3-3A23-88CF-46FF19410D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39" y="2767357"/>
            <a:ext cx="3770102" cy="390580"/>
          </a:xfrm>
          <a:prstGeom prst="rect">
            <a:avLst/>
          </a:prstGeom>
        </p:spPr>
      </p:pic>
      <p:sp>
        <p:nvSpPr>
          <p:cNvPr id="6" name="Прямоугольник 37">
            <a:extLst>
              <a:ext uri="{FF2B5EF4-FFF2-40B4-BE49-F238E27FC236}">
                <a16:creationId xmlns:a16="http://schemas.microsoft.com/office/drawing/2014/main" id="{358A7B47-4A69-95B7-E86E-05EE4BADEBE9}"/>
              </a:ext>
            </a:extLst>
          </p:cNvPr>
          <p:cNvSpPr/>
          <p:nvPr/>
        </p:nvSpPr>
        <p:spPr>
          <a:xfrm>
            <a:off x="5641296" y="1451806"/>
            <a:ext cx="6463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Хмельницький національний університет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AFD7D-F1B8-E83D-37AB-7F8607ABCCD3}"/>
              </a:ext>
            </a:extLst>
          </p:cNvPr>
          <p:cNvSpPr txBox="1"/>
          <p:nvPr/>
        </p:nvSpPr>
        <p:spPr>
          <a:xfrm>
            <a:off x="5766853" y="1969367"/>
            <a:ext cx="5982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856CC-58BF-ECD6-3B67-E8EBAF9EA2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75" y="756845"/>
            <a:ext cx="4275448" cy="53443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6A0A5F-CB48-8943-D919-D559526E14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9658" y="946119"/>
            <a:ext cx="11684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2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38212AEF-C7B4-4D04-B1DC-F3A8CDFBCFA3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189C6F0-C39A-4480-B8C1-F7487B3B60CC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C2426511-802F-4ADC-883D-65B562FEB0A0}"/>
              </a:ext>
            </a:extLst>
          </p:cNvPr>
          <p:cNvSpPr/>
          <p:nvPr/>
        </p:nvSpPr>
        <p:spPr>
          <a:xfrm>
            <a:off x="1274870" y="1304384"/>
            <a:ext cx="6463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Хмельницький національний університет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6A5F3722-F9BA-4141-B9D0-845BBF4C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DFD2A014-0352-4260-BC6A-BF1B360A0C81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78AA2646-E4C8-4922-BFE9-FE2D1F949BD6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3C2AC8E5-08FA-4F51-BA22-5DE97C62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4151602B-A09A-4D6F-A887-68C29015679E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AE38C0FF-151A-4139-B918-3C48379F0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FA224C8-66C8-4153-A5A9-9282C37D1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7DEA172-35DD-4BA8-A036-5B724F62F641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6421BFD8-0A76-ED52-2B40-F7094BDF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2</a:t>
            </a:fld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5B337-08A2-B5C8-FBF4-9A45E5C956D7}"/>
              </a:ext>
            </a:extLst>
          </p:cNvPr>
          <p:cNvSpPr txBox="1"/>
          <p:nvPr/>
        </p:nvSpPr>
        <p:spPr>
          <a:xfrm>
            <a:off x="4961741" y="4878285"/>
            <a:ext cx="6498647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uk-UA" sz="2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Найбільш універсальні спеціальності в галузі ІТ!</a:t>
            </a:r>
            <a:endParaRPr lang="uk-UA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9AC40-7DF7-1D40-5D29-92B40FECD4FD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A20A29BF-69E5-4593-B6D2-A475F1C94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627508"/>
              </p:ext>
            </p:extLst>
          </p:nvPr>
        </p:nvGraphicFramePr>
        <p:xfrm>
          <a:off x="4930346" y="2124607"/>
          <a:ext cx="6561438" cy="2499360"/>
        </p:xfrm>
        <a:graphic>
          <a:graphicData uri="http://schemas.openxmlformats.org/drawingml/2006/table">
            <a:tbl>
              <a:tblPr/>
              <a:tblGrid>
                <a:gridCol w="6561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5594">
                <a:tc>
                  <a:txBody>
                    <a:bodyPr/>
                    <a:lstStyle/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400" b="1" dirty="0">
                          <a:solidFill>
                            <a:srgbClr val="D295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F7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–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Комп’ютерна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інженерія</a:t>
                      </a:r>
                      <a:endParaRPr lang="ru-RU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258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D295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F6</a:t>
                      </a:r>
                      <a:r>
                        <a:rPr lang="ru-RU" sz="24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–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Інформаційні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системи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та </a:t>
                      </a:r>
                      <a:r>
                        <a:rPr lang="ru-RU" sz="24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технології</a:t>
                      </a:r>
                      <a:endParaRPr lang="en-US" sz="24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258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258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764221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03C374-8C13-D536-1E62-1C5C4528D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45" y="2046313"/>
            <a:ext cx="3853215" cy="339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7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D555-92F5-68D4-9674-7B6E0D7C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6B05710C-635A-849B-FFD0-52C5C7FE8BF6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49C9D526-75F7-3528-DCFA-F9E677FB329F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DEBFBA88-27E7-F118-385C-CBBB0EBA1461}"/>
              </a:ext>
            </a:extLst>
          </p:cNvPr>
          <p:cNvSpPr/>
          <p:nvPr/>
        </p:nvSpPr>
        <p:spPr>
          <a:xfrm>
            <a:off x="1274870" y="1304384"/>
            <a:ext cx="62327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Хмельницький національний університет</a:t>
            </a:r>
            <a:endParaRPr lang="en-US" sz="2400" dirty="0">
              <a:solidFill>
                <a:srgbClr val="FFFFFF"/>
              </a:solidFill>
              <a:latin typeface="Roboto Medium" charset="0"/>
              <a:ea typeface="Roboto Medium" charset="0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9449CEFA-9109-A0DB-8268-2D8BF2577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BFDE49BA-9CB0-431F-DD6B-52F7066BF7C3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113B238D-5FB3-5879-7EEA-1947B425C557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D0588A7B-2F8B-8E6D-28EB-5504B9AD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C0FD2161-819F-5982-5835-21F7541021FC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3EB8DE66-B859-D356-49B7-34533A484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B13188EF-A285-E047-D3FE-5F10215A8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85BFE08B-C585-BECA-7592-83A250107433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sz="28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10AD0D3F-68FC-EB93-1B64-901BB5758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3</a:t>
            </a:fld>
            <a:endParaRPr lang="uk-U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797E2E-360B-A60E-188A-F62EAED47319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6AD3E4CA-D883-949F-9417-824606DA8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916155"/>
              </p:ext>
            </p:extLst>
          </p:nvPr>
        </p:nvGraphicFramePr>
        <p:xfrm>
          <a:off x="2990675" y="2400043"/>
          <a:ext cx="8252264" cy="960120"/>
        </p:xfrm>
        <a:graphic>
          <a:graphicData uri="http://schemas.openxmlformats.org/drawingml/2006/table">
            <a:tbl>
              <a:tblPr/>
              <a:tblGrid>
                <a:gridCol w="1971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5594">
                <a:tc>
                  <a:txBody>
                    <a:bodyPr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endParaRPr lang="en-US" sz="2800" kern="1200" dirty="0">
                        <a:solidFill>
                          <a:srgbClr val="1B4444"/>
                        </a:solidFill>
                        <a:latin typeface="Montserrat Classic Bold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258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D295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F6</a:t>
                      </a: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– </a:t>
                      </a:r>
                      <a:r>
                        <a:rPr lang="ru-RU" sz="20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Інформаційні</a:t>
                      </a:r>
                      <a:r>
                        <a:rPr lang="ru-RU" sz="20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20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системи</a:t>
                      </a:r>
                      <a:r>
                        <a:rPr lang="ru-RU" sz="20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та </a:t>
                      </a:r>
                      <a:r>
                        <a:rPr lang="ru-RU" sz="2000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технології</a:t>
                      </a:r>
                      <a:endParaRPr lang="ru-RU" sz="20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indent="0">
                        <a:buClr>
                          <a:srgbClr val="FFB258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5ACB12-F213-8D87-8950-6FC001F12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21" y="2069788"/>
            <a:ext cx="3650531" cy="3247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6295C-84D9-19F3-82BF-F5E02242AB4A}"/>
              </a:ext>
            </a:extLst>
          </p:cNvPr>
          <p:cNvSpPr txBox="1"/>
          <p:nvPr/>
        </p:nvSpPr>
        <p:spPr>
          <a:xfrm>
            <a:off x="4921539" y="3992092"/>
            <a:ext cx="6459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5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uk-UA" sz="24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Інформаційні системи штучного інтелекту</a:t>
            </a:r>
            <a:endParaRPr lang="uk-UA" sz="1600" b="1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9ED7A-C84C-DEB1-90F2-9A0ACFB2678E}"/>
              </a:ext>
            </a:extLst>
          </p:cNvPr>
          <p:cNvSpPr txBox="1"/>
          <p:nvPr/>
        </p:nvSpPr>
        <p:spPr>
          <a:xfrm>
            <a:off x="6471540" y="357173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5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НОВА ОСВІТНЯ ПРОГРАМА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r>
              <a:rPr lang="ru-RU" b="1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450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4EC5B72-7DDE-465B-A8B2-649B8AB66768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38212AEF-C7B4-4D04-B1DC-F3A8CDFBCFA3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189C6F0-C39A-4480-B8C1-F7487B3B60CC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C2426511-802F-4ADC-883D-65B562FEB0A0}"/>
              </a:ext>
            </a:extLst>
          </p:cNvPr>
          <p:cNvSpPr/>
          <p:nvPr/>
        </p:nvSpPr>
        <p:spPr>
          <a:xfrm>
            <a:off x="1274870" y="1304384"/>
            <a:ext cx="2018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Напрямки 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ІТ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6A5F3722-F9BA-4141-B9D0-845BBF4C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DFD2A014-0352-4260-BC6A-BF1B360A0C81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78AA2646-E4C8-4922-BFE9-FE2D1F949BD6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3C2AC8E5-08FA-4F51-BA22-5DE97C62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4151602B-A09A-4D6F-A887-68C29015679E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AE38C0FF-151A-4139-B918-3C48379F0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FA224C8-66C8-4153-A5A9-9282C37D1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7DEA172-35DD-4BA8-A036-5B724F62F641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sz="28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6421BFD8-0A76-ED52-2B40-F7094BDF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4</a:t>
            </a:fld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03117-E25E-1522-F760-D162F3EAF1C6}"/>
              </a:ext>
            </a:extLst>
          </p:cNvPr>
          <p:cNvSpPr txBox="1"/>
          <p:nvPr/>
        </p:nvSpPr>
        <p:spPr>
          <a:xfrm>
            <a:off x="533347" y="2196739"/>
            <a:ext cx="10854264" cy="283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Розробка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програмного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забезпечення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(Software Development)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Дані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аналітика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(Data Science, Big Data)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Штучний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інтелект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машинне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навчання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(AI &amp; ML)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Хмарні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технології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(Cloud Computing)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Інтернет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речей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(IoT - Internet of Things)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системне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адміністрування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7EE428B-70C4-61F7-EFCE-839425D50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1" y="3532017"/>
            <a:ext cx="2743200" cy="281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5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38212AEF-C7B4-4D04-B1DC-F3A8CDFBCFA3}"/>
              </a:ext>
            </a:extLst>
          </p:cNvPr>
          <p:cNvSpPr/>
          <p:nvPr/>
        </p:nvSpPr>
        <p:spPr>
          <a:xfrm>
            <a:off x="847288" y="142613"/>
            <a:ext cx="5134062" cy="451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189C6F0-C39A-4480-B8C1-F7487B3B60CC}"/>
              </a:ext>
            </a:extLst>
          </p:cNvPr>
          <p:cNvSpPr txBox="1">
            <a:spLocks/>
          </p:cNvSpPr>
          <p:nvPr/>
        </p:nvSpPr>
        <p:spPr>
          <a:xfrm>
            <a:off x="3080107" y="398551"/>
            <a:ext cx="5427980" cy="7517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sh" pitchFamily="2" charset="-52"/>
              <a:ea typeface="+mj-ea"/>
              <a:cs typeface="+mj-cs"/>
            </a:endParaRPr>
          </a:p>
        </p:txBody>
      </p:sp>
      <p:sp>
        <p:nvSpPr>
          <p:cNvPr id="31" name="Прямоугольник 37">
            <a:extLst>
              <a:ext uri="{FF2B5EF4-FFF2-40B4-BE49-F238E27FC236}">
                <a16:creationId xmlns:a16="http://schemas.microsoft.com/office/drawing/2014/main" id="{C2426511-802F-4ADC-883D-65B562FEB0A0}"/>
              </a:ext>
            </a:extLst>
          </p:cNvPr>
          <p:cNvSpPr/>
          <p:nvPr/>
        </p:nvSpPr>
        <p:spPr>
          <a:xfrm>
            <a:off x="1274870" y="1304384"/>
            <a:ext cx="2018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Напрямки 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ІТ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6A5F3722-F9BA-4141-B9D0-845BBF4C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56" y="1530940"/>
            <a:ext cx="237531" cy="196761"/>
          </a:xfrm>
          <a:custGeom>
            <a:avLst/>
            <a:gdLst>
              <a:gd name="T0" fmla="*/ 108 w 592"/>
              <a:gd name="T1" fmla="*/ 278 h 490"/>
              <a:gd name="T2" fmla="*/ 108 w 592"/>
              <a:gd name="T3" fmla="*/ 386 h 490"/>
              <a:gd name="T4" fmla="*/ 293 w 592"/>
              <a:gd name="T5" fmla="*/ 489 h 490"/>
              <a:gd name="T6" fmla="*/ 483 w 592"/>
              <a:gd name="T7" fmla="*/ 386 h 490"/>
              <a:gd name="T8" fmla="*/ 483 w 592"/>
              <a:gd name="T9" fmla="*/ 278 h 490"/>
              <a:gd name="T10" fmla="*/ 293 w 592"/>
              <a:gd name="T11" fmla="*/ 381 h 490"/>
              <a:gd name="T12" fmla="*/ 108 w 592"/>
              <a:gd name="T13" fmla="*/ 278 h 490"/>
              <a:gd name="T14" fmla="*/ 293 w 592"/>
              <a:gd name="T15" fmla="*/ 0 h 490"/>
              <a:gd name="T16" fmla="*/ 0 w 592"/>
              <a:gd name="T17" fmla="*/ 165 h 490"/>
              <a:gd name="T18" fmla="*/ 293 w 592"/>
              <a:gd name="T19" fmla="*/ 324 h 490"/>
              <a:gd name="T20" fmla="*/ 535 w 592"/>
              <a:gd name="T21" fmla="*/ 196 h 490"/>
              <a:gd name="T22" fmla="*/ 535 w 592"/>
              <a:gd name="T23" fmla="*/ 381 h 490"/>
              <a:gd name="T24" fmla="*/ 591 w 592"/>
              <a:gd name="T25" fmla="*/ 381 h 490"/>
              <a:gd name="T26" fmla="*/ 591 w 592"/>
              <a:gd name="T27" fmla="*/ 165 h 490"/>
              <a:gd name="T28" fmla="*/ 293 w 592"/>
              <a:gd name="T29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2" h="490">
                <a:moveTo>
                  <a:pt x="108" y="278"/>
                </a:moveTo>
                <a:lnTo>
                  <a:pt x="108" y="386"/>
                </a:lnTo>
                <a:lnTo>
                  <a:pt x="293" y="489"/>
                </a:lnTo>
                <a:lnTo>
                  <a:pt x="483" y="386"/>
                </a:lnTo>
                <a:lnTo>
                  <a:pt x="483" y="278"/>
                </a:lnTo>
                <a:lnTo>
                  <a:pt x="293" y="381"/>
                </a:lnTo>
                <a:lnTo>
                  <a:pt x="108" y="278"/>
                </a:lnTo>
                <a:close/>
                <a:moveTo>
                  <a:pt x="293" y="0"/>
                </a:moveTo>
                <a:lnTo>
                  <a:pt x="0" y="165"/>
                </a:lnTo>
                <a:lnTo>
                  <a:pt x="293" y="324"/>
                </a:lnTo>
                <a:lnTo>
                  <a:pt x="535" y="196"/>
                </a:lnTo>
                <a:lnTo>
                  <a:pt x="535" y="381"/>
                </a:lnTo>
                <a:lnTo>
                  <a:pt x="591" y="381"/>
                </a:lnTo>
                <a:lnTo>
                  <a:pt x="591" y="165"/>
                </a:lnTo>
                <a:lnTo>
                  <a:pt x="2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DFD2A014-0352-4260-BC6A-BF1B360A0C81}"/>
              </a:ext>
            </a:extLst>
          </p:cNvPr>
          <p:cNvGrpSpPr/>
          <p:nvPr/>
        </p:nvGrpSpPr>
        <p:grpSpPr>
          <a:xfrm>
            <a:off x="481139" y="1216161"/>
            <a:ext cx="684500" cy="684500"/>
            <a:chOff x="703754" y="1083570"/>
            <a:chExt cx="513375" cy="513375"/>
          </a:xfrm>
          <a:solidFill>
            <a:srgbClr val="DEB864"/>
          </a:solidFill>
        </p:grpSpPr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78AA2646-E4C8-4922-BFE9-FE2D1F949BD6}"/>
                </a:ext>
              </a:extLst>
            </p:cNvPr>
            <p:cNvSpPr/>
            <p:nvPr/>
          </p:nvSpPr>
          <p:spPr>
            <a:xfrm>
              <a:off x="703754" y="1083570"/>
              <a:ext cx="513375" cy="513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3C2AC8E5-08FA-4F51-BA22-5DE97C62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421" y="1210415"/>
              <a:ext cx="296149" cy="247975"/>
            </a:xfrm>
            <a:custGeom>
              <a:avLst/>
              <a:gdLst>
                <a:gd name="T0" fmla="*/ 108 w 592"/>
                <a:gd name="T1" fmla="*/ 278 h 490"/>
                <a:gd name="T2" fmla="*/ 108 w 592"/>
                <a:gd name="T3" fmla="*/ 386 h 490"/>
                <a:gd name="T4" fmla="*/ 293 w 592"/>
                <a:gd name="T5" fmla="*/ 489 h 490"/>
                <a:gd name="T6" fmla="*/ 483 w 592"/>
                <a:gd name="T7" fmla="*/ 386 h 490"/>
                <a:gd name="T8" fmla="*/ 483 w 592"/>
                <a:gd name="T9" fmla="*/ 278 h 490"/>
                <a:gd name="T10" fmla="*/ 293 w 592"/>
                <a:gd name="T11" fmla="*/ 381 h 490"/>
                <a:gd name="T12" fmla="*/ 108 w 592"/>
                <a:gd name="T13" fmla="*/ 278 h 490"/>
                <a:gd name="T14" fmla="*/ 293 w 592"/>
                <a:gd name="T15" fmla="*/ 0 h 490"/>
                <a:gd name="T16" fmla="*/ 0 w 592"/>
                <a:gd name="T17" fmla="*/ 165 h 490"/>
                <a:gd name="T18" fmla="*/ 293 w 592"/>
                <a:gd name="T19" fmla="*/ 324 h 490"/>
                <a:gd name="T20" fmla="*/ 535 w 592"/>
                <a:gd name="T21" fmla="*/ 196 h 490"/>
                <a:gd name="T22" fmla="*/ 535 w 592"/>
                <a:gd name="T23" fmla="*/ 381 h 490"/>
                <a:gd name="T24" fmla="*/ 591 w 592"/>
                <a:gd name="T25" fmla="*/ 381 h 490"/>
                <a:gd name="T26" fmla="*/ 591 w 592"/>
                <a:gd name="T27" fmla="*/ 165 h 490"/>
                <a:gd name="T28" fmla="*/ 293 w 592"/>
                <a:gd name="T29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92" h="490">
                  <a:moveTo>
                    <a:pt x="108" y="278"/>
                  </a:moveTo>
                  <a:lnTo>
                    <a:pt x="108" y="386"/>
                  </a:lnTo>
                  <a:lnTo>
                    <a:pt x="293" y="489"/>
                  </a:lnTo>
                  <a:lnTo>
                    <a:pt x="483" y="386"/>
                  </a:lnTo>
                  <a:lnTo>
                    <a:pt x="483" y="278"/>
                  </a:lnTo>
                  <a:lnTo>
                    <a:pt x="293" y="381"/>
                  </a:lnTo>
                  <a:lnTo>
                    <a:pt x="108" y="278"/>
                  </a:lnTo>
                  <a:close/>
                  <a:moveTo>
                    <a:pt x="293" y="0"/>
                  </a:moveTo>
                  <a:lnTo>
                    <a:pt x="0" y="165"/>
                  </a:lnTo>
                  <a:lnTo>
                    <a:pt x="293" y="324"/>
                  </a:lnTo>
                  <a:lnTo>
                    <a:pt x="535" y="196"/>
                  </a:lnTo>
                  <a:lnTo>
                    <a:pt x="535" y="381"/>
                  </a:lnTo>
                  <a:lnTo>
                    <a:pt x="591" y="381"/>
                  </a:lnTo>
                  <a:lnTo>
                    <a:pt x="591" y="165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2080"/>
            </a:solidFill>
            <a:ln>
              <a:solidFill>
                <a:schemeClr val="tx1"/>
              </a:solidFill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4151602B-A09A-4D6F-A887-68C29015679E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Графіка 37">
            <a:extLst>
              <a:ext uri="{FF2B5EF4-FFF2-40B4-BE49-F238E27FC236}">
                <a16:creationId xmlns:a16="http://schemas.microsoft.com/office/drawing/2014/main" id="{AE38C0FF-151A-4139-B918-3C48379F0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FA224C8-66C8-4153-A5A9-9282C37D1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40" y="14649"/>
            <a:ext cx="865861" cy="71900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7DEA172-35DD-4BA8-A036-5B724F62F641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sz="28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6421BFD8-0A76-ED52-2B40-F7094BDF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032" y="6432160"/>
            <a:ext cx="2743200" cy="365125"/>
          </a:xfrm>
        </p:spPr>
        <p:txBody>
          <a:bodyPr/>
          <a:lstStyle/>
          <a:p>
            <a:fld id="{46DE21FD-FC5C-42FC-8E5B-F1B778786156}" type="slidenum">
              <a:rPr lang="uk-UA" smtClean="0"/>
              <a:pPr/>
              <a:t>5</a:t>
            </a:fld>
            <a:endParaRPr lang="uk-U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B5BC0-54A8-F12F-755A-69D2A61999BF}"/>
              </a:ext>
            </a:extLst>
          </p:cNvPr>
          <p:cNvSpPr txBox="1"/>
          <p:nvPr/>
        </p:nvSpPr>
        <p:spPr>
          <a:xfrm>
            <a:off x="533347" y="2196739"/>
            <a:ext cx="10854264" cy="329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UI/UX </a:t>
            </a:r>
            <a:r>
              <a:rPr lang="uk-UA" sz="28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изайн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Графічний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соціальних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мереж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(SMM-</a:t>
            </a:r>
            <a:r>
              <a:rPr lang="en-US" sz="2800" i="1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uk-UA" sz="2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Блокчейн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</a:t>
            </a:r>
            <a:r>
              <a:rPr lang="en-US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криптовалюти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uk-UA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Віртуальна та доповнена реальність 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VR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uk-UA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Тестування програмного забезпечення 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QA</a:t>
            </a:r>
            <a:r>
              <a:rPr lang="uk-UA" sz="28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uk-UA" sz="2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Управління </a:t>
            </a:r>
            <a:r>
              <a:rPr lang="uk-UA" sz="28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проєктами</a:t>
            </a:r>
            <a:endParaRPr lang="uk-UA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BBBF0D-D0D8-663B-5983-0D223A982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1" y="3532017"/>
            <a:ext cx="2743200" cy="28153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9FC212-7046-25A7-659B-18C2570A5820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9447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02E2-E926-050F-7B72-A52DC625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BD55720-A494-A09B-600D-EFD3788E0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6</a:t>
            </a:fld>
            <a:endParaRPr lang="uk-UA" dirty="0"/>
          </a:p>
        </p:txBody>
      </p:sp>
      <p:sp>
        <p:nvSpPr>
          <p:cNvPr id="12" name="Прямоугольник 37">
            <a:extLst>
              <a:ext uri="{FF2B5EF4-FFF2-40B4-BE49-F238E27FC236}">
                <a16:creationId xmlns:a16="http://schemas.microsoft.com/office/drawing/2014/main" id="{5F779AE7-F889-23BE-F68E-63B7F81BD643}"/>
              </a:ext>
            </a:extLst>
          </p:cNvPr>
          <p:cNvSpPr/>
          <p:nvPr/>
        </p:nvSpPr>
        <p:spPr>
          <a:xfrm>
            <a:off x="2280224" y="2080216"/>
            <a:ext cx="2689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KIIS_KHNU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7E0AD-52D1-8C6F-1B54-054BE7E06F97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8" name="Прямоугольник 37">
            <a:extLst>
              <a:ext uri="{FF2B5EF4-FFF2-40B4-BE49-F238E27FC236}">
                <a16:creationId xmlns:a16="http://schemas.microsoft.com/office/drawing/2014/main" id="{706CCEE9-5B0D-782B-BFED-02C3BA85FE75}"/>
              </a:ext>
            </a:extLst>
          </p:cNvPr>
          <p:cNvSpPr/>
          <p:nvPr/>
        </p:nvSpPr>
        <p:spPr>
          <a:xfrm>
            <a:off x="1274870" y="1304384"/>
            <a:ext cx="36952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Соцмережі та к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онтакти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DA202860-5F3E-BBC5-D4EC-6A48BF1462F1}"/>
              </a:ext>
            </a:extLst>
          </p:cNvPr>
          <p:cNvSpPr/>
          <p:nvPr/>
        </p:nvSpPr>
        <p:spPr>
          <a:xfrm>
            <a:off x="481139" y="1216161"/>
            <a:ext cx="684500" cy="6845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38100" dist="127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C250A1-3998-7F87-0BBB-180EBF1CB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630" y="1355834"/>
            <a:ext cx="351518" cy="374861"/>
          </a:xfrm>
          <a:prstGeom prst="rect">
            <a:avLst/>
          </a:prstGeom>
        </p:spPr>
      </p:pic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0298D022-F9C8-8644-C7B1-F608B066DFA8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Графіка 18">
            <a:extLst>
              <a:ext uri="{FF2B5EF4-FFF2-40B4-BE49-F238E27FC236}">
                <a16:creationId xmlns:a16="http://schemas.microsoft.com/office/drawing/2014/main" id="{507AC2C5-7330-0BA2-E2C1-0641579C85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27AA0E28-BFD6-F601-48F5-01B7AABCC56E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02606A-1404-AF08-6930-0C521852567F}"/>
              </a:ext>
            </a:extLst>
          </p:cNvPr>
          <p:cNvSpPr txBox="1"/>
          <p:nvPr/>
        </p:nvSpPr>
        <p:spPr>
          <a:xfrm>
            <a:off x="2313618" y="3013168"/>
            <a:ext cx="86635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https://kiis.khmnu.edu.ua/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3A897-71F4-C204-3D4F-2220A478F18F}"/>
              </a:ext>
            </a:extLst>
          </p:cNvPr>
          <p:cNvSpPr txBox="1"/>
          <p:nvPr/>
        </p:nvSpPr>
        <p:spPr>
          <a:xfrm>
            <a:off x="2354743" y="3948382"/>
            <a:ext cx="96475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32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https://www.facebook.com/XHY123KI</a:t>
            </a:r>
            <a:endParaRPr lang="uk-UA" sz="3200" dirty="0">
              <a:solidFill>
                <a:srgbClr val="FFFFFF"/>
              </a:solidFill>
              <a:latin typeface="Roboto Medium" charset="0"/>
              <a:ea typeface="Roboto Medium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12C0E8-B3FC-11B8-7F91-9F528341E75A}"/>
              </a:ext>
            </a:extLst>
          </p:cNvPr>
          <p:cNvSpPr txBox="1"/>
          <p:nvPr/>
        </p:nvSpPr>
        <p:spPr>
          <a:xfrm>
            <a:off x="2354743" y="4911826"/>
            <a:ext cx="9223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м. Хмельницький вул. </a:t>
            </a:r>
            <a:r>
              <a:rPr lang="uk-UA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Кам’янецька</a:t>
            </a: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112 (І корпус ХНУ)</a:t>
            </a:r>
            <a:b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Кафедра: 1-114</a:t>
            </a:r>
            <a:b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Завідувач кафедри: 1-115</a:t>
            </a:r>
          </a:p>
          <a:p>
            <a:pPr>
              <a:buNone/>
            </a:pPr>
            <a:r>
              <a:rPr lang="uk-UA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Інформація щодо вступу:  Павлова Ольга Олександрівна   096 847 0451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C32485-35B3-3986-3515-EABFC41267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961" y="2014420"/>
            <a:ext cx="716369" cy="716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C9D87C-2B30-D2E7-7F0C-B1A43E231C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9684" y="2988495"/>
            <a:ext cx="634119" cy="6341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F0D8A2-CEA8-EB92-B036-5266B5886F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6615" y="3923709"/>
            <a:ext cx="634119" cy="6341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A4E2F7-6BB2-2C36-5655-367BED06E7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3830" y="5152490"/>
            <a:ext cx="718999" cy="71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02E2-E926-050F-7B72-A52DC625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BD55720-A494-A09B-600D-EFD3788E0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7</a:t>
            </a:fld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7E0AD-52D1-8C6F-1B54-054BE7E06F97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8" name="Прямоугольник 37">
            <a:extLst>
              <a:ext uri="{FF2B5EF4-FFF2-40B4-BE49-F238E27FC236}">
                <a16:creationId xmlns:a16="http://schemas.microsoft.com/office/drawing/2014/main" id="{706CCEE9-5B0D-782B-BFED-02C3BA85FE75}"/>
              </a:ext>
            </a:extLst>
          </p:cNvPr>
          <p:cNvSpPr/>
          <p:nvPr/>
        </p:nvSpPr>
        <p:spPr>
          <a:xfrm>
            <a:off x="1274870" y="1304384"/>
            <a:ext cx="36952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Соцмережі та к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онтакти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DA202860-5F3E-BBC5-D4EC-6A48BF1462F1}"/>
              </a:ext>
            </a:extLst>
          </p:cNvPr>
          <p:cNvSpPr/>
          <p:nvPr/>
        </p:nvSpPr>
        <p:spPr>
          <a:xfrm>
            <a:off x="481139" y="1216161"/>
            <a:ext cx="684500" cy="6845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38100" dist="127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C250A1-3998-7F87-0BBB-180EBF1CB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630" y="1355834"/>
            <a:ext cx="351518" cy="374861"/>
          </a:xfrm>
          <a:prstGeom prst="rect">
            <a:avLst/>
          </a:prstGeom>
        </p:spPr>
      </p:pic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0298D022-F9C8-8644-C7B1-F608B066DFA8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Графіка 18">
            <a:extLst>
              <a:ext uri="{FF2B5EF4-FFF2-40B4-BE49-F238E27FC236}">
                <a16:creationId xmlns:a16="http://schemas.microsoft.com/office/drawing/2014/main" id="{507AC2C5-7330-0BA2-E2C1-0641579C85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27AA0E28-BFD6-F601-48F5-01B7AABCC56E}"/>
              </a:ext>
            </a:extLst>
          </p:cNvPr>
          <p:cNvSpPr txBox="1">
            <a:spLocks/>
          </p:cNvSpPr>
          <p:nvPr/>
        </p:nvSpPr>
        <p:spPr>
          <a:xfrm>
            <a:off x="1459684" y="64788"/>
            <a:ext cx="5134062" cy="683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4"/>
                </a:solidFill>
                <a:latin typeface="Mulish" pitchFamily="2" charset="-52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uk-UA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Хочеш в ІТ?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21908-A1AE-CCA9-2C6B-8356ECA4AD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404" y="2194695"/>
            <a:ext cx="2897256" cy="2897256"/>
          </a:xfrm>
          <a:prstGeom prst="rect">
            <a:avLst/>
          </a:prstGeom>
        </p:spPr>
      </p:pic>
      <p:sp>
        <p:nvSpPr>
          <p:cNvPr id="5" name="Прямоугольник 37">
            <a:extLst>
              <a:ext uri="{FF2B5EF4-FFF2-40B4-BE49-F238E27FC236}">
                <a16:creationId xmlns:a16="http://schemas.microsoft.com/office/drawing/2014/main" id="{EE66433F-85CE-BC8F-7360-9152D98E8334}"/>
              </a:ext>
            </a:extLst>
          </p:cNvPr>
          <p:cNvSpPr/>
          <p:nvPr/>
        </p:nvSpPr>
        <p:spPr>
          <a:xfrm>
            <a:off x="1862915" y="5091951"/>
            <a:ext cx="2302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Н</a:t>
            </a:r>
            <a:r>
              <a:rPr lang="uk-UA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аш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 I</a:t>
            </a:r>
            <a:r>
              <a:rPr lang="en-US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nstagram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1" name="Прямоугольник 37">
            <a:extLst>
              <a:ext uri="{FF2B5EF4-FFF2-40B4-BE49-F238E27FC236}">
                <a16:creationId xmlns:a16="http://schemas.microsoft.com/office/drawing/2014/main" id="{56938FCF-F1FF-4CF8-4B0D-0EEC093960BD}"/>
              </a:ext>
            </a:extLst>
          </p:cNvPr>
          <p:cNvSpPr/>
          <p:nvPr/>
        </p:nvSpPr>
        <p:spPr>
          <a:xfrm>
            <a:off x="5445202" y="5091949"/>
            <a:ext cx="15536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</a:t>
            </a:r>
            <a:r>
              <a:rPr kumimoji="0" lang="uk-U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аш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r>
              <a:rPr lang="uk-UA" sz="2400" dirty="0">
                <a:solidFill>
                  <a:srgbClr val="FFFFFF"/>
                </a:solidFill>
                <a:latin typeface="Roboto Medium" charset="0"/>
                <a:ea typeface="Roboto Medium" charset="0"/>
              </a:rPr>
              <a:t>сайт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sp>
        <p:nvSpPr>
          <p:cNvPr id="14" name="Прямоугольник 37">
            <a:extLst>
              <a:ext uri="{FF2B5EF4-FFF2-40B4-BE49-F238E27FC236}">
                <a16:creationId xmlns:a16="http://schemas.microsoft.com/office/drawing/2014/main" id="{D905D714-8E19-97AC-C9CA-2EE424284583}"/>
              </a:ext>
            </a:extLst>
          </p:cNvPr>
          <p:cNvSpPr/>
          <p:nvPr/>
        </p:nvSpPr>
        <p:spPr>
          <a:xfrm>
            <a:off x="8338999" y="5091949"/>
            <a:ext cx="2182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Н</a:t>
            </a:r>
            <a:r>
              <a:rPr kumimoji="0" lang="uk-U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аш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edium" charset="0"/>
                <a:ea typeface="Roboto Medium" charset="0"/>
                <a:cs typeface="+mn-c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Roboto Medium" charset="0"/>
                <a:ea typeface="Roboto Medium" charset="0"/>
              </a:rPr>
              <a:t>facebook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edium" charset="0"/>
              <a:ea typeface="Roboto Medium" charset="0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9D8A4A-11DA-920A-76C5-05DDDDB7B3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75" y="2194695"/>
            <a:ext cx="2897256" cy="28972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96812C-8A62-E302-ED8F-BAB83C8B07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89" y="2194695"/>
            <a:ext cx="2897256" cy="289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6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D7CD81A-521E-326A-AF1F-841D686D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DE21FD-FC5C-42FC-8E5B-F1B778786156}" type="slidenum">
              <a:rPr lang="uk-UA" smtClean="0"/>
              <a:pPr/>
              <a:t>8</a:t>
            </a:fld>
            <a:endParaRPr lang="uk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326F3A-4099-2BBD-3A20-69854541C993}"/>
              </a:ext>
            </a:extLst>
          </p:cNvPr>
          <p:cNvSpPr txBox="1"/>
          <p:nvPr/>
        </p:nvSpPr>
        <p:spPr>
          <a:xfrm>
            <a:off x="2008745" y="2644170"/>
            <a:ext cx="73348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dirty="0">
                <a:solidFill>
                  <a:schemeClr val="bg1"/>
                </a:solidFill>
                <a:latin typeface="Roboto Medium" charset="0"/>
                <a:ea typeface="Roboto Medium" charset="0"/>
              </a:rPr>
              <a:t>НАША МЕТА – ВАШЕ УСПІШНЕ МАЙБУТНЄ!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07CE05-DB1E-FACF-906B-E530DB662A03}"/>
              </a:ext>
            </a:extLst>
          </p:cNvPr>
          <p:cNvSpPr txBox="1"/>
          <p:nvPr/>
        </p:nvSpPr>
        <p:spPr>
          <a:xfrm>
            <a:off x="5676182" y="6453177"/>
            <a:ext cx="5982472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333" b="1" i="0" u="none" strike="noStrike" kern="1200" cap="none" spc="0" normalizeH="0" baseline="0" noProof="0" dirty="0">
                <a:ln>
                  <a:noFill/>
                </a:ln>
                <a:solidFill>
                  <a:srgbClr val="BF952F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Кафедра комп'ютерної інженерії та інформаційних систем</a:t>
            </a: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41878E32-01AB-D055-6071-F33571796733}"/>
              </a:ext>
            </a:extLst>
          </p:cNvPr>
          <p:cNvSpPr/>
          <p:nvPr/>
        </p:nvSpPr>
        <p:spPr>
          <a:xfrm>
            <a:off x="0" y="0"/>
            <a:ext cx="5981350" cy="718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Графіка 4">
            <a:extLst>
              <a:ext uri="{FF2B5EF4-FFF2-40B4-BE49-F238E27FC236}">
                <a16:creationId xmlns:a16="http://schemas.microsoft.com/office/drawing/2014/main" id="{1AEE931E-7AAD-3692-52D2-4CDBE9D0A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91" y="160162"/>
            <a:ext cx="1376713" cy="4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60790"/>
      </p:ext>
    </p:extLst>
  </p:cSld>
  <p:clrMapOvr>
    <a:masterClrMapping/>
  </p:clrMapOvr>
</p:sld>
</file>

<file path=ppt/theme/theme1.xml><?xml version="1.0" encoding="utf-8"?>
<a:theme xmlns:a="http://schemas.openxmlformats.org/drawingml/2006/main" name="KHNU_STYLE_02">
  <a:themeElements>
    <a:clrScheme name="Корпоративний стиль ХНУ">
      <a:dk1>
        <a:srgbClr val="002080"/>
      </a:dk1>
      <a:lt1>
        <a:srgbClr val="FFFFFF"/>
      </a:lt1>
      <a:dk2>
        <a:srgbClr val="182A60"/>
      </a:dk2>
      <a:lt2>
        <a:srgbClr val="FFFFFF"/>
      </a:lt2>
      <a:accent1>
        <a:srgbClr val="6B83CA"/>
      </a:accent1>
      <a:accent2>
        <a:srgbClr val="DEB864"/>
      </a:accent2>
      <a:accent3>
        <a:srgbClr val="A6900C"/>
      </a:accent3>
      <a:accent4>
        <a:srgbClr val="FFC000"/>
      </a:accent4>
      <a:accent5>
        <a:srgbClr val="008490"/>
      </a:accent5>
      <a:accent6>
        <a:srgbClr val="48A4D2"/>
      </a:accent6>
      <a:hlink>
        <a:srgbClr val="0563C1"/>
      </a:hlink>
      <a:folHlink>
        <a:srgbClr val="72CAD3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HMNU_STYLE_03.pptx" id="{D1C4A2EE-EAA0-4D1A-A99B-040647196D18}" vid="{6E0E4E59-D983-4BC2-939E-196C52D38FD9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KHMNU_STYLE_03</Template>
  <TotalTime>9414</TotalTime>
  <Words>292</Words>
  <Application>Microsoft Macintosh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Mulish</vt:lpstr>
      <vt:lpstr>Roboto Light</vt:lpstr>
      <vt:lpstr>Calibri</vt:lpstr>
      <vt:lpstr>Wingdings</vt:lpstr>
      <vt:lpstr>Roboto</vt:lpstr>
      <vt:lpstr>Montserrat Classic Bold</vt:lpstr>
      <vt:lpstr>Arial</vt:lpstr>
      <vt:lpstr>Roboto Medium</vt:lpstr>
      <vt:lpstr>KHNU_STYLE_02</vt:lpstr>
      <vt:lpstr>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</dc:title>
  <dc:creator>sergii</dc:creator>
  <cp:lastModifiedBy>Андрій Кузьмін</cp:lastModifiedBy>
  <cp:revision>148</cp:revision>
  <dcterms:created xsi:type="dcterms:W3CDTF">2024-03-27T08:07:18Z</dcterms:created>
  <dcterms:modified xsi:type="dcterms:W3CDTF">2026-02-25T14:42:40Z</dcterms:modified>
</cp:coreProperties>
</file>